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1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82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66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1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07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57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86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30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621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711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F4A1C-5058-4D8A-AF9D-442FEB63966B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B157E-A688-40F5-A2BD-2FA9EB75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23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28188"/>
            <a:ext cx="12309539" cy="64944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" y="-28188"/>
            <a:ext cx="12299991" cy="68535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887" y="2758564"/>
            <a:ext cx="12111868" cy="156966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PPT on Basic Project</a:t>
            </a:r>
            <a:endParaRPr lang="en-US" sz="3200" b="1" i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i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on</a:t>
            </a:r>
          </a:p>
          <a:p>
            <a:pPr algn="ctr"/>
            <a:r>
              <a:rPr lang="en-US" sz="3200" b="1" i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 Application</a:t>
            </a:r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53277" y="1509043"/>
            <a:ext cx="768543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U</a:t>
            </a:r>
            <a:r>
              <a:rPr lang="en-US" sz="40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nified </a:t>
            </a:r>
            <a:r>
              <a:rPr lang="en-US" sz="40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40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entor </a:t>
            </a:r>
            <a:r>
              <a:rPr lang="en-US" sz="40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rivate </a:t>
            </a:r>
            <a:r>
              <a:rPr lang="en-US" sz="4000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imited</a:t>
            </a:r>
            <a:endParaRPr lang="en-US" sz="4400" b="1" i="1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58682" y="4670668"/>
            <a:ext cx="5876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Sanjay Vidya Pandit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FullStack Web Development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055" y="74482"/>
            <a:ext cx="4596992" cy="14084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-17417"/>
            <a:ext cx="836026" cy="8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28188"/>
            <a:ext cx="12309539" cy="64944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" y="-28188"/>
            <a:ext cx="12299991" cy="68535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-17417"/>
            <a:ext cx="836026" cy="8360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60480" y="6474984"/>
            <a:ext cx="8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0798" y="276654"/>
            <a:ext cx="5347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 :-</a:t>
            </a:r>
            <a:endParaRPr lang="en-I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2089" y="931826"/>
            <a:ext cx="961425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real-time chat application designed to enable seamless communication between multiple users over the internet. The main purpose of the project is to understand how real-time systems work and how frontend clients interact with a backend server. It focuses on implementing live messaging, user authentication, and data storage in a practical and scalable way.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allows users to sign up, log in, join chat rooms, and exchange messages instantly. It simulates real-world chat platforms while keeping the architecture simple enough for learning and experimentation.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developed to strengthen knowledge of backend development, server-client communication, and database integration. It also helps in understanding how real-time events are handled efficiently.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serves as a hands-on learning experience in building interactive web applications with real-time capabilities.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08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28188"/>
            <a:ext cx="12309539" cy="64944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" y="-10770"/>
            <a:ext cx="12299991" cy="68535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-17417"/>
            <a:ext cx="836026" cy="8360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60480" y="6474984"/>
            <a:ext cx="8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0798" y="276654"/>
            <a:ext cx="618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&amp; Methodology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2089" y="931826"/>
            <a:ext cx="961425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of the application is built using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server-side logic and API routes. Express provides a lightweight and flexible framework for managing HTTP requests such as user signup, login, and message retrieval.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enable real-time, bidirectional communication between the server and connected clients. This allows messages to be sent and received instantly without refreshing the page.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the database to store user data and chat messages.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was chosen because of its scalability, real-time data handling, and easy integration with Node.js.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modular methodology where authentication, message handling, and real-time socket events are handled separately. This improves code readability and maintainability.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was done by simulating multiple users joining chat rooms and exchanging messages to ensure proper synchronization and reliability.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4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28188"/>
            <a:ext cx="12309539" cy="64944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" y="-10770"/>
            <a:ext cx="12299991" cy="68535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-17417"/>
            <a:ext cx="836026" cy="8360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60480" y="6474984"/>
            <a:ext cx="8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0798" y="276654"/>
            <a:ext cx="5347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2089" y="931826"/>
            <a:ext cx="96142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application successfully supports real-time chatting with multiple users connected simultaneously. Users can create accounts, log in securely, and join chat rooms without conflicts.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are delivered instantly to all users in the same room, creating a smooth and responsive chat experience. Chat history is stored in the database, allowing messages to persist even after users disconnect.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handles user join and leave events gracefully, displaying system messages to keep users informed.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meets its objectives by demonstrating a functional real-time communication system with proper backend support.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28188"/>
            <a:ext cx="12309539" cy="64944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" y="-10770"/>
            <a:ext cx="12299991" cy="68535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-17417"/>
            <a:ext cx="836026" cy="8360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60480" y="6474984"/>
            <a:ext cx="8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06" y="941246"/>
            <a:ext cx="11037251" cy="511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2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28188"/>
            <a:ext cx="12309539" cy="64944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" y="-10770"/>
            <a:ext cx="12299991" cy="68535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480" y="-17417"/>
            <a:ext cx="836026" cy="8360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60480" y="6474984"/>
            <a:ext cx="8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0798" y="276654"/>
            <a:ext cx="5347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r>
              <a:rPr lang="en-US" sz="3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2089" y="992789"/>
            <a:ext cx="96142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clear understanding of real-time web application development and backend technologies. It highlights how Express, Socket.IO, and Firebase can work together to build efficient and interactive systems.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project, valuable experience was gained in handling real-time data, managing user authentication, and structuring backend code effectively.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can be further enhanced by adding features such as message encryption, file sharing, typing indicators, and improved authentication security.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project provides a strong foundation for advanced real-time applications and reflects practical skills in modern web development and system design.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48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63" y="0"/>
            <a:ext cx="12205163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82"/>
            <a:ext cx="12192000" cy="683685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02567" y="2391269"/>
            <a:ext cx="10586867" cy="1323439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  <a:outerShdw blurRad="76200" dist="12700" dir="2700000" sy="-23000" kx="-800400" algn="bl" rotWithShape="0">
              <a:prstClr val="black">
                <a:alpha val="20000"/>
              </a:prstClr>
            </a:outerShdw>
            <a:reflection blurRad="6350" stA="50000" endA="295" endPos="92000" dist="101600" dir="5400000" sy="-100000" algn="bl" rotWithShape="0"/>
          </a:effectLst>
          <a:scene3d>
            <a:camera prst="obliqueTopRigh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0" b="1" i="1" dirty="0">
                <a:solidFill>
                  <a:srgbClr val="FFC000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68829" y="6446857"/>
            <a:ext cx="927563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6</a:t>
            </a:r>
            <a:endParaRPr lang="en-IN" sz="1867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427" y="1"/>
            <a:ext cx="836026" cy="8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211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PANDIT</dc:creator>
  <cp:lastModifiedBy>SANJAY PANDIT</cp:lastModifiedBy>
  <cp:revision>11</cp:revision>
  <dcterms:created xsi:type="dcterms:W3CDTF">2025-12-23T12:43:56Z</dcterms:created>
  <dcterms:modified xsi:type="dcterms:W3CDTF">2025-12-23T12:50:49Z</dcterms:modified>
</cp:coreProperties>
</file>